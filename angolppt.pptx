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9a1acaa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9a1acaa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9a1acaa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9a1acaa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9a1acaa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9a1acaa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9a1acaae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9a1acaae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9a1acaa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9a1acaa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9a1acaa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9a1acaa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9a1acaa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9a1acaa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34d1abb5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34d1abb5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7204e22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7204e2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4d1abb5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34d1abb5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34d1abb5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34d1abb5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pre_processing</a:t>
            </a:r>
            <a:r>
              <a:rPr lang="hu">
                <a:solidFill>
                  <a:schemeClr val="dk1"/>
                </a:solidFill>
              </a:rPr>
              <a:t> függvény egy képfeldolgozási előkészítő lépéseket tartalmazó algoritmus OpenCV segítségével. A bemenet egy színes kép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), amelyet különböző lépéseken keresztül alakít át egy élesebb, jobban kontrasztosított, szűrt képpé. Nézzük meg a lépéseit: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Szürkeárnyalatos konverzió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színes képet átalakítja szürkeárnyalatossá, mivel az élkeresés és más képfeldolgozási lépések hatékonyabbak ebben a formátumban.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Hisztogramegyenlítés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cv2.equalizeHist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kontraszt javítására szolgál, amely segíti az élek kiemelését.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Gauss-elmosás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cv2.GaussianBlur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Egy 5x5-ös méretű Gauss-szűrőt használ a kép zajcsökkentésére és simítására.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Canny-éldetektálás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cv2.Canny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simított képen éldetektálást végez 100-as és 200-as küszöbértékekkel.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Dilatáció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cv2.dilate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Egy 5x5-ös egységmátrix (kernel) segítségével a képen található éleket vastagítja, így jobban kiemelkednek.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Erozió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cv2.erode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Az előző lépésben vastagított éleket kicsit visszavékonyítja, hogy tisztább kontúrokat kapjunk.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>
                <a:solidFill>
                  <a:schemeClr val="dk1"/>
                </a:solidFill>
              </a:rPr>
              <a:t>Végeredmény: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függvény egy bináris, éleket tartalmazó képet ad vissza, amely alkalmas lehet további feldolgozási lépésekre, például objektumfelismerésre vagy alakzatdetektálásra.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34d1abb5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34d1abb5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getContours</a:t>
            </a:r>
            <a:r>
              <a:rPr lang="hu">
                <a:solidFill>
                  <a:schemeClr val="dk1"/>
                </a:solidFill>
              </a:rPr>
              <a:t> függvény az élekkel rendelkező képen található kontúrokat dolgozza fel, és a legnagyobb négyszög alakú kontúrt próbálja megtalálni.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Kezdeti értékek beállítása: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 = np.array([])</a:t>
            </a:r>
            <a:r>
              <a:rPr lang="hu">
                <a:solidFill>
                  <a:schemeClr val="dk1"/>
                </a:solidFill>
              </a:rPr>
              <a:t>: Egy üres tömböt hozunk létre, amely majd tartalmazza a legnagyobb kontúrt.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maxArea = 0</a:t>
            </a:r>
            <a:r>
              <a:rPr lang="hu">
                <a:solidFill>
                  <a:schemeClr val="dk1"/>
                </a:solidFill>
              </a:rPr>
              <a:t>: A legnagyobb kontúrt reprezentáló terület kezdeti értéke, ami 0.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keresése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cv2.findContours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cv2.findContours</a:t>
            </a:r>
            <a:r>
              <a:rPr lang="hu">
                <a:solidFill>
                  <a:schemeClr val="dk1"/>
                </a:solidFill>
              </a:rPr>
              <a:t> funkcióval találjuk meg a képen lévő kontúrokat. Itt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cv2.RETR_EXTERNAL</a:t>
            </a:r>
            <a:r>
              <a:rPr lang="hu">
                <a:solidFill>
                  <a:schemeClr val="dk1"/>
                </a:solidFill>
              </a:rPr>
              <a:t> azt jelenti, hogy csak a külső kontúrokat keressük, míg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cv2.CHAIN_APPROX_NONE</a:t>
            </a:r>
            <a:r>
              <a:rPr lang="hu">
                <a:solidFill>
                  <a:schemeClr val="dk1"/>
                </a:solidFill>
              </a:rPr>
              <a:t> az éles kontúrok megtartását jelenti.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iterálása: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cnt in contours</a:t>
            </a:r>
            <a:r>
              <a:rPr lang="hu">
                <a:solidFill>
                  <a:schemeClr val="dk1"/>
                </a:solidFill>
              </a:rPr>
              <a:t> ciklus során végigmegyünk az összes kontúron.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cv2.contourArea(cnt)</a:t>
            </a:r>
            <a:r>
              <a:rPr lang="hu">
                <a:solidFill>
                  <a:schemeClr val="dk1"/>
                </a:solidFill>
              </a:rPr>
              <a:t>: Kiszámítja az adott kontúr területét.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kontúr területe nagyobb, mint 5000, akkor folytatjuk a feldolgozást.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 periméterének kiszámítása és egyszerűsítése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cv2.arcLength</a:t>
            </a:r>
            <a:r>
              <a:rPr b="1" lang="hu">
                <a:solidFill>
                  <a:schemeClr val="dk1"/>
                </a:solidFill>
              </a:rPr>
              <a:t>, 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cv2.approxPolyDP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cv2.arcLength(cnt, True)</a:t>
            </a:r>
            <a:r>
              <a:rPr lang="hu">
                <a:solidFill>
                  <a:schemeClr val="dk1"/>
                </a:solidFill>
              </a:rPr>
              <a:t>: A kontúr kerületét (periméterét) számítjuk ki.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cv2.approxPolyDP(cnt, 0.02 * peri, True)</a:t>
            </a:r>
            <a:r>
              <a:rPr lang="hu">
                <a:solidFill>
                  <a:schemeClr val="dk1"/>
                </a:solidFill>
              </a:rPr>
              <a:t>: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approxPolyDP</a:t>
            </a:r>
            <a:r>
              <a:rPr lang="hu">
                <a:solidFill>
                  <a:schemeClr val="dk1"/>
                </a:solidFill>
              </a:rPr>
              <a:t> segítségével az éleket egyszerűsítjük. Ez a lépés azt célozza, hogy egy bonyolult kontúrt egyszerűbb alakzatokká alakítson. Itt 0.02-es precizitással dolgozunk.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A legnagyobb négyszög keresése: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kontúr területe nagyobb, mint az eddigi legnagyobb, és az egyszerűsített kontúr 4 pontból áll (ami egy négyszögre utal), akkor azt választjuk a legnagyobb kontúrnak.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 kirajzolása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cv2.drawContours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legnagyobb kontúrt piros (255, 0, 0) színnel, vastagon (20-as vastagsággal) kirajzoljuk a képre.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függvény visszaadja a legnagyobb kontúr 4 csúcsát tartalmazó koordinátákat (nagyobb területű négyszög).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34d1abb5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34d1abb5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egy 4 pontos koordinátát tartalmazó tömböt vár (például egy négyszög csúcsainak koordinátái), és átrendezi a pontokat úgy, hogy azokat egy meghatározott sorrendben adja vissza: bal felső, jobb felső, jobb alsó, bal alsó.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Átalakítás (reshape) a megfelelő formára: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bemeneti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</a:t>
            </a:r>
            <a:r>
              <a:rPr lang="hu">
                <a:solidFill>
                  <a:schemeClr val="dk1"/>
                </a:solidFill>
              </a:rPr>
              <a:t> tömböt átalakítjuk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(4, 2)</a:t>
            </a:r>
            <a:r>
              <a:rPr lang="hu">
                <a:solidFill>
                  <a:schemeClr val="dk1"/>
                </a:solidFill>
              </a:rPr>
              <a:t> formátumra, ami 4 pontot és minden ponthoz 2 koordinátát (x, y) tartalmaz.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Új tömb inicializálása: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Létrehozunk egy új tömböt,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</a:t>
            </a:r>
            <a:r>
              <a:rPr lang="hu">
                <a:solidFill>
                  <a:schemeClr val="dk1"/>
                </a:solidFill>
              </a:rPr>
              <a:t> néven, amely 4 pontot tartalmaz, mindegyik 1x2-es dimenziójú (ez egy kis technikai részlet, hogy az OpenCV megfelelően kezelje).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Ponthozzáadások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= myPoints.sum(1)</a:t>
            </a:r>
            <a:r>
              <a:rPr lang="hu">
                <a:solidFill>
                  <a:schemeClr val="dk1"/>
                </a:solidFill>
              </a:rPr>
              <a:t> lépésben a pontok x és y koordinátáit összeadjuk. Ez segít meghatározni a bal felső és jobb alsó, illetve a jobb felső és bal alsó pontokat.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Bal felső és jobb alsó pont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myPointsNew[0] = myPoints[np.argmin(add)]</a:t>
            </a:r>
            <a:r>
              <a:rPr lang="hu">
                <a:solidFill>
                  <a:schemeClr val="dk1"/>
                </a:solidFill>
              </a:rPr>
              <a:t>: A bal felső pontot választjuk, amelynek az x és y koordinátái összeadva a legkisebbek.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myPointsNew[3] = myPoints[np.argmax(add)]</a:t>
            </a:r>
            <a:r>
              <a:rPr lang="hu">
                <a:solidFill>
                  <a:schemeClr val="dk1"/>
                </a:solidFill>
              </a:rPr>
              <a:t>: A jobb alsó pontot választjuk, amelynek az x és y koordinátái összeadva a legnagyobbak.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Különbségek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diff = np.diff(myPoints, axis=1)</a:t>
            </a:r>
            <a:r>
              <a:rPr lang="hu">
                <a:solidFill>
                  <a:schemeClr val="dk1"/>
                </a:solidFill>
              </a:rPr>
              <a:t>: Itt kiszámítjuk a pontok x és y koordinátáinak különbségét. Ez segít meghatározni a másik két pontot (jobb felső és bal alsó).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Jobb felső és bal alsó pont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myPointsNew[1] = myPoints[np.argmin(diff)]</a:t>
            </a:r>
            <a:r>
              <a:rPr lang="hu">
                <a:solidFill>
                  <a:schemeClr val="dk1"/>
                </a:solidFill>
              </a:rPr>
              <a:t>: A jobb felső pontot választjuk, amelynek az x és y koordinátái közötti különbség a legkisebb.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myPointsNew[2] = myPoints[np.argmax(diff)]</a:t>
            </a:r>
            <a:r>
              <a:rPr lang="hu">
                <a:solidFill>
                  <a:schemeClr val="dk1"/>
                </a:solidFill>
              </a:rPr>
              <a:t>: A bal alsó pontot választjuk, amelynek az x és y koordinátái közötti különbség a legnagyobb.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 az új sorrendben lévő pontokkal.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34d1abb5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34d1abb5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egy képet vesz be, és az annak tartalmát egy előzőleg meghatározott kontúr,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, segítségével perspektívikusan átalakítja. Az eredmény egy "felhasított" és megfelelő méretre skálázott kép.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Lépések magyarázata: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átrendezése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függvény első lépése, hogy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 pontjait átadja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hu">
                <a:solidFill>
                  <a:schemeClr val="dk1"/>
                </a:solidFill>
              </a:rPr>
              <a:t> függvénynek.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hu">
                <a:solidFill>
                  <a:schemeClr val="dk1"/>
                </a:solidFill>
              </a:rPr>
              <a:t> azokat a pontokat átrendezi bal felső, jobb felső, jobb alsó, bal alsó sorrendbe, hogy biztosítsa a helyes perspektívát.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Bemeneti és kimeneti pontok definiálása: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pts1</a:t>
            </a:r>
            <a:r>
              <a:rPr lang="hu">
                <a:solidFill>
                  <a:schemeClr val="dk1"/>
                </a:solidFill>
              </a:rPr>
              <a:t>: Az új, átrendezett kontúr pontok (a négyszög csúcsai), amelyeket a perspektívikus transzformációhoz használunk.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pts2</a:t>
            </a:r>
            <a:r>
              <a:rPr lang="hu">
                <a:solidFill>
                  <a:schemeClr val="dk1"/>
                </a:solidFill>
              </a:rPr>
              <a:t>: Az a négy pont, amelyet a kimeneti képen szeretnénk, hogy a kontúrokhoz illeszkedjenek. Itt a kép négy sarkának megfelelő koordinátákat definiáljuk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[0, 0]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[widthImg, 0]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[0, heightImg]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[widthImg, heightImg]</a:t>
            </a:r>
            <a:r>
              <a:rPr lang="hu">
                <a:solidFill>
                  <a:schemeClr val="dk1"/>
                </a:solidFill>
              </a:rPr>
              <a:t>), ahol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 és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 a végső kép szélessége és magassága.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Perspektív transzformáció mátrixának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cv2.getPerspectiveTransform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cv2.getPerspectiveTransform(pts1, pts2)</a:t>
            </a:r>
            <a:r>
              <a:rPr lang="hu">
                <a:solidFill>
                  <a:schemeClr val="dk1"/>
                </a:solidFill>
              </a:rPr>
              <a:t> kiszámítja azt a transzformációs mátrixot, amely a bemeneti pontokat (az átrendezett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 koordinátákat) a kimeneti pontokhoz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pts2</a:t>
            </a:r>
            <a:r>
              <a:rPr lang="hu">
                <a:solidFill>
                  <a:schemeClr val="dk1"/>
                </a:solidFill>
              </a:rPr>
              <a:t>) illeszti.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A kép perspektív transzformációja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cv2.warpPerspective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 = cv2.warpPerspective(img, matrix, (widthImg, heightImg))</a:t>
            </a:r>
            <a:r>
              <a:rPr lang="hu">
                <a:solidFill>
                  <a:schemeClr val="dk1"/>
                </a:solidFill>
              </a:rPr>
              <a:t> sorban alkalmazzuk a transzformációs mátrixot a bemeneti képre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), hogy az az új koordinátákhoz illeszkedjen. Az eredmény egy új kép, amelyet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</a:t>
            </a:r>
            <a:r>
              <a:rPr lang="hu">
                <a:solidFill>
                  <a:schemeClr val="dk1"/>
                </a:solidFill>
              </a:rPr>
              <a:t> változóban tárolunk.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levágása és átméretezés: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imgCropped</a:t>
            </a:r>
            <a:r>
              <a:rPr lang="hu">
                <a:solidFill>
                  <a:schemeClr val="dk1"/>
                </a:solidFill>
              </a:rPr>
              <a:t>: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</a:t>
            </a:r>
            <a:r>
              <a:rPr lang="hu">
                <a:solidFill>
                  <a:schemeClr val="dk1"/>
                </a:solidFill>
              </a:rPr>
              <a:t> képből levágunk egy kis margót minden oldalról (20 pixel mindkét irányban), hogy eltávolítsuk a transzformációval keletkező hibákat vagy a szélén lévő zajt.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levágott képet a kívánt méretre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) átméretezzük.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végén visszaadjuk az átméretezett, levágott képet, ami a transzformáció eredménye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34d1abb5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34d1abb5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arra szolgál, hogy több képet egyetlen képbe helyezzen el, úgy, hogy azok vízszintesen és függőlegesen is össze legyenek ragasztva (stackelve). Az új képben az összes képet a megadott méretarány szerint skálázza, és biztosítja, hogy a képek megfelelő formátumban jelenjenek meg (színes vagy szürkeárnyalatos).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Lépések magyarázata: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Sorok és oszlopok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rows = len(imgArray)</a:t>
            </a:r>
            <a:r>
              <a:rPr lang="hu">
                <a:solidFill>
                  <a:schemeClr val="dk1"/>
                </a:solidFill>
              </a:rPr>
              <a:t>: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imgArray</a:t>
            </a:r>
            <a:r>
              <a:rPr lang="hu">
                <a:solidFill>
                  <a:schemeClr val="dk1"/>
                </a:solidFill>
              </a:rPr>
              <a:t> első dimenziója az összes sor száma, tehát a képek sora.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cols = len(imgArray[0])</a:t>
            </a:r>
            <a:r>
              <a:rPr lang="hu">
                <a:solidFill>
                  <a:schemeClr val="dk1"/>
                </a:solidFill>
              </a:rPr>
              <a:t>: A második dimenzió az oszlopok száma, tehát a képek oszlopa.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Ellenőrzés, hogy a bemenet 2D tömb-e: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rowsAvailable = isinstance(imgArray[0], list)</a:t>
            </a:r>
            <a:r>
              <a:rPr lang="hu">
                <a:solidFill>
                  <a:schemeClr val="dk1"/>
                </a:solidFill>
              </a:rPr>
              <a:t>: Ez a kifejezés ellenőrzi, hogy a képek kétdimenziós tömbben vannak-e (azaz sorok és oszlopok vannak), vagy egy egyszerű egyetlen dimenziós tömbben (csak sorok).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méretének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 = imgArray[0][0].shape[1]</a:t>
            </a:r>
            <a:r>
              <a:rPr lang="hu">
                <a:solidFill>
                  <a:schemeClr val="dk1"/>
                </a:solidFill>
              </a:rPr>
              <a:t>: Az első kép első elemének szélessége.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 = imgArray[0][0].shape[0]</a:t>
            </a:r>
            <a:r>
              <a:rPr lang="hu">
                <a:solidFill>
                  <a:schemeClr val="dk1"/>
                </a:solidFill>
              </a:rPr>
              <a:t>: Az első kép első elemének magassága.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átméretezése: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bemeneti képek különböző méretűek, akkor mindegyiket a legnagyobb kép méretéhez igazítjuk, vagyis a képek egyformára lesznek méretezve.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hu">
                <a:solidFill>
                  <a:schemeClr val="dk1"/>
                </a:solidFill>
              </a:rPr>
              <a:t> változóval skálázzuk a képeket, tehát ha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hu">
                <a:solidFill>
                  <a:schemeClr val="dk1"/>
                </a:solidFill>
              </a:rPr>
              <a:t> értéke 0.5, akkor minden kép a felére csökken.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Szürkeárnyalatos képek átalakítása: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képek szürkeárnyalatosak (2D tömböt tartalmaznak), akkor konvertáljuk őket színes képekké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</a:t>
            </a:r>
            <a:r>
              <a:rPr lang="hu">
                <a:solidFill>
                  <a:schemeClr val="dk1"/>
                </a:solidFill>
              </a:rPr>
              <a:t>), hogy az összeillesztett képeken minden egyforma típusú legyen.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összeillesztés: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hu">
                <a:solidFill>
                  <a:schemeClr val="dk1"/>
                </a:solidFill>
              </a:rPr>
              <a:t>Ha a bemeneti képek 2D tömbben vannak (sorok és oszlopok):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hu">
                <a:solidFill>
                  <a:schemeClr val="dk1"/>
                </a:solidFill>
              </a:rPr>
              <a:t>Minden sort (vagy oszlopot) vízszintesen illesztünk össze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np.hstack</a:t>
            </a:r>
            <a:r>
              <a:rPr lang="hu">
                <a:solidFill>
                  <a:schemeClr val="dk1"/>
                </a:solidFill>
              </a:rPr>
              <a:t>), és ezt a műveletet ismételjük, hogy végül a sorokat függőlegesen is össze tudjuk rakni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np.vstack</a:t>
            </a:r>
            <a:r>
              <a:rPr lang="hu">
                <a:solidFill>
                  <a:schemeClr val="dk1"/>
                </a:solidFill>
              </a:rPr>
              <a:t>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hu">
                <a:solidFill>
                  <a:schemeClr val="dk1"/>
                </a:solidFill>
              </a:rPr>
              <a:t>Ha a bemeneti képek 1D tömbben vannak (csak sorok):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hu">
                <a:solidFill>
                  <a:schemeClr val="dk1"/>
                </a:solidFill>
              </a:rPr>
              <a:t>A képeket egyszerűen vízszintesen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np.hstack</a:t>
            </a:r>
            <a:r>
              <a:rPr lang="hu">
                <a:solidFill>
                  <a:schemeClr val="dk1"/>
                </a:solidFill>
              </a:rPr>
              <a:t>) illesztjük össze.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végén visszaadjuk az összeillesztett képet.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34d1abb5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34d1abb5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34d1abb5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34d1abb5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beolvasása a videóforrásból: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success, img = cap.read()</a:t>
            </a:r>
            <a:r>
              <a:rPr lang="hu">
                <a:solidFill>
                  <a:schemeClr val="dk1"/>
                </a:solidFill>
              </a:rPr>
              <a:t>: Minden ciklusban próbálunk egy képet olvasni a videóforrásból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</a:t>
            </a:r>
            <a:r>
              <a:rPr lang="hu">
                <a:solidFill>
                  <a:schemeClr val="dk1"/>
                </a:solidFill>
              </a:rPr>
              <a:t>). Ha sikerül, akkor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hu">
                <a:solidFill>
                  <a:schemeClr val="dk1"/>
                </a:solidFill>
              </a:rPr>
              <a:t> értéke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hu">
                <a:solidFill>
                  <a:schemeClr val="dk1"/>
                </a:solidFill>
              </a:rPr>
              <a:t> lesz, és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 a jelenlegi képkockát tartalmazza.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nem sikerül a kép beolvasása, akkor kiírunk egy hibaüzenetet és kilépünk a ciklusból: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print("Kép beolvasásának hibája!")</a:t>
            </a:r>
            <a:r>
              <a:rPr lang="hu">
                <a:solidFill>
                  <a:schemeClr val="dk1"/>
                </a:solidFill>
              </a:rPr>
              <a:t> és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hu">
                <a:solidFill>
                  <a:schemeClr val="dk1"/>
                </a:solidFill>
              </a:rPr>
              <a:t>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átméretezése: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olvasott képet átméretezzük a kívánt szélességre és magasságra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), hogy a feldolgozás egységesen történjen.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Előfeldolgozás és kontúrok keresése: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preProcessing(img)</a:t>
            </a:r>
            <a:r>
              <a:rPr lang="hu">
                <a:solidFill>
                  <a:schemeClr val="dk1"/>
                </a:solidFill>
              </a:rPr>
              <a:t> függvény segítségével előfeldolgozzuk a képet (például szürkeárnyalatosra alakítás, hisztogram kiegyenlítés, elmosás, stb.).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getContours(imgThres)</a:t>
            </a:r>
            <a:r>
              <a:rPr lang="hu">
                <a:solidFill>
                  <a:schemeClr val="dk1"/>
                </a:solidFill>
              </a:rPr>
              <a:t> függvény a képen található kontúrokat keres, és a legnagyobb kontúrt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) választja ki, ha van ilyen.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Perspektívikus torzítás alkalmazása (ha van kontúr):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sikerült kontúrokat találni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biggest.size != 0</a:t>
            </a:r>
            <a:r>
              <a:rPr lang="hu">
                <a:solidFill>
                  <a:schemeClr val="dk1"/>
                </a:solidFill>
              </a:rPr>
              <a:t>), akkor alkalmazzuk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getWarp</a:t>
            </a:r>
            <a:r>
              <a:rPr lang="hu">
                <a:solidFill>
                  <a:schemeClr val="dk1"/>
                </a:solidFill>
              </a:rPr>
              <a:t> függvényt, hogy a kontúrok alapján a kép perspektíváját korrigáljuk.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megjelenítése: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összeállított képek (eredeti, előfeldolgozott, kontúros, torzított) egy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imageArray</a:t>
            </a:r>
            <a:r>
              <a:rPr lang="hu">
                <a:solidFill>
                  <a:schemeClr val="dk1"/>
                </a:solidFill>
              </a:rPr>
              <a:t> tömbben vannak tárolva. Ezután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stackImages</a:t>
            </a:r>
            <a:r>
              <a:rPr lang="hu">
                <a:solidFill>
                  <a:schemeClr val="dk1"/>
                </a:solidFill>
              </a:rPr>
              <a:t> függvény segítségével azokat egyetlen képpé rendezzük és jelenítjük meg.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nincs kontúrok, akkor csak az eredeti képet és az előfeldolgozott képet jelenítjük meg.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frissítése és gombnyomás figyelése: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cv2.imshow("WorkFlow", stackedImages)</a:t>
            </a:r>
            <a:r>
              <a:rPr lang="hu">
                <a:solidFill>
                  <a:schemeClr val="dk1"/>
                </a:solidFill>
              </a:rPr>
              <a:t> sor megjeleníti az összeillesztett képeket egy új ablakban.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cv2.waitKey(1)</a:t>
            </a:r>
            <a:r>
              <a:rPr lang="hu">
                <a:solidFill>
                  <a:schemeClr val="dk1"/>
                </a:solidFill>
              </a:rPr>
              <a:t> a gombnyomásokat figyeli, és ha a felhasználó a 'q' billentyűt nyomja le, akkor a program kilép a ciklusból és bezárja az ablakot.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Rövid összefoglaló: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kód egy élő videófeldolgozást végez, ahol minden képkockát előfeldolgoz, kontúrokat keres, perspektívikus torzítást alkalmaz, és a képeket egymás mellé helyezi az eredmények megjelenítéséhez. A felhasználó a 'q' billentyű megnyomásával kiléphet a feldolgozásból.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ca906e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bca906e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bca906e6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bca906e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bca906e6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bca906e6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bca906e6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bca906e6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7204e22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7204e22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67200"/>
            <a:ext cx="8520600" cy="572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2750"/>
              <a:t>assignment of tasks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>
                <a:solidFill>
                  <a:schemeClr val="dk1"/>
                </a:solidFill>
              </a:rPr>
              <a:t>License plate recognition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	-Attila </a:t>
            </a:r>
            <a:r>
              <a:rPr lang="hu">
                <a:solidFill>
                  <a:schemeClr val="dk1"/>
                </a:solidFill>
              </a:rPr>
              <a:t>Bertók</a:t>
            </a:r>
            <a:endParaRPr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>
                <a:solidFill>
                  <a:schemeClr val="dk1"/>
                </a:solidFill>
              </a:rPr>
              <a:t>Document scanner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-Levente Tóth</a:t>
            </a:r>
            <a:endParaRPr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>
                <a:solidFill>
                  <a:schemeClr val="dk1"/>
                </a:solidFill>
              </a:rPr>
              <a:t>Coloring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	-Milán Papp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2750"/>
              <a:t>Project manager tool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486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>
                <a:solidFill>
                  <a:srgbClr val="4BCE97"/>
                </a:solidFill>
              </a:rPr>
              <a:t>Trello</a:t>
            </a:r>
            <a:endParaRPr>
              <a:solidFill>
                <a:srgbClr val="4BCE97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828075" y="250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DADA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ADADAD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25" y="945925"/>
            <a:ext cx="7127123" cy="40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Programming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>
                <a:solidFill>
                  <a:schemeClr val="dk1"/>
                </a:solidFill>
              </a:rPr>
              <a:t>Pycharm,camera,opencv,numpy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 title="pycharm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62225"/>
            <a:ext cx="1828875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4175" y="3103100"/>
            <a:ext cx="1828875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Code structure (number plate)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500">
                <a:solidFill>
                  <a:schemeClr val="dk1"/>
                </a:solidFill>
              </a:rPr>
              <a:t>import the library named cv2 into the program.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500">
                <a:solidFill>
                  <a:schemeClr val="dk1"/>
                </a:solidFill>
              </a:rPr>
              <a:t>we set the height and width of the program and to recognize the license plate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500">
                <a:solidFill>
                  <a:schemeClr val="dk1"/>
                </a:solidFill>
              </a:rPr>
              <a:t>Create a VideoCapture object that provides access to the video source.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450" y="4064550"/>
            <a:ext cx="4907024" cy="7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700" y="971488"/>
            <a:ext cx="2095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688" y="3649975"/>
            <a:ext cx="22955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Infinite loop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(while True) then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read image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from camera Finds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license plates using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detectMultiScale function.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Draws a rectangle around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the license plate.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If we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 press "s" key, the image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containing the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license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plate region is saved.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713000" cy="43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Testing the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With a camera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Képernyőfelvétel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800" y="90300"/>
            <a:ext cx="5581650" cy="34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739150" y="2285400"/>
            <a:ext cx="36657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Document scanner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Required packages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OpenCV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Numpy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Code structure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4616100" cy="516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7000"/>
              <a:t>We have imported the cv2 and numpy libraries</a:t>
            </a:r>
            <a:endParaRPr sz="7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425" y="1152475"/>
            <a:ext cx="2617875" cy="47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2037850"/>
            <a:ext cx="3552825" cy="148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098100" y="2462950"/>
            <a:ext cx="4616100" cy="516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7000"/>
              <a:t>We created the cap variable so we can use the camera</a:t>
            </a:r>
            <a:endParaRPr sz="7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25717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We created a function for preprocessing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The images becomes gray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The contrast becomes stronger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Smoothing to remove noise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Get back the processed image with better contours</a:t>
            </a:r>
            <a:endParaRPr sz="1500"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675" y="445025"/>
            <a:ext cx="5029200" cy="188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A="10000" stPos="0" sy="-100000" ky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72100" y="742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Detecting the largest four-edge contour (document detection)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Find and filter contours by area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Simplify edge length and shape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Result</a:t>
            </a:r>
            <a:endParaRPr sz="1500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313" y="2020163"/>
            <a:ext cx="7515225" cy="2924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Document coordinates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Convert input points to 4x2 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Calculate corners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Return coordinates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13" y="2790688"/>
            <a:ext cx="4295775" cy="2085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Cut the document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We align the document based on the set corners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Then we cut and return 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2606013"/>
            <a:ext cx="7219950" cy="2295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167700" y="1495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Combine images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7004425" y="63900"/>
            <a:ext cx="2139600" cy="4505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/>
              <a:t>Arrange images side by side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Sets the height and width of images to the first image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Colorizing </a:t>
            </a:r>
            <a:r>
              <a:rPr lang="hu" sz="1200"/>
              <a:t>black and white images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Arranges images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Returns the combined image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550"/>
            <a:ext cx="6954701" cy="4198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3857"/>
            <a:ext cx="9144001" cy="427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Final process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41650" y="11663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hu" sz="1300"/>
              <a:t>Continuously scans the image comin from the camera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hu" sz="1300"/>
              <a:t>Resizes the scanned image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hu" sz="1300"/>
              <a:t>Use the previous functions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hu" sz="1300"/>
              <a:t>Display the images</a:t>
            </a:r>
            <a:endParaRPr sz="1300"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875" y="0"/>
            <a:ext cx="4429125" cy="514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725" y="2571750"/>
            <a:ext cx="4124646" cy="172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2571750"/>
            <a:ext cx="2203725" cy="17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0"/>
          <p:cNvSpPr txBox="1"/>
          <p:nvPr/>
        </p:nvSpPr>
        <p:spPr>
          <a:xfrm>
            <a:off x="3356300" y="1418925"/>
            <a:ext cx="23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How the code works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2994200" y="476850"/>
            <a:ext cx="306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Color detection and drawing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343045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455" y="1484825"/>
            <a:ext cx="5256346" cy="36586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3430450" y="718325"/>
            <a:ext cx="28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The Code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/>
        </p:nvSpPr>
        <p:spPr>
          <a:xfrm>
            <a:off x="3603900" y="450800"/>
            <a:ext cx="193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The structure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5775"/>
            <a:ext cx="2899700" cy="6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15200"/>
            <a:ext cx="5278940" cy="30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5540100" y="1559638"/>
            <a:ext cx="306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5712550" y="1593475"/>
            <a:ext cx="16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-Color controll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4875"/>
            <a:ext cx="7131424" cy="31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/>
        </p:nvSpPr>
        <p:spPr>
          <a:xfrm>
            <a:off x="3392075" y="731600"/>
            <a:ext cx="218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-Getting the color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-Drawing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66675" endA="0" fadeDir="5400012" kx="0" rotWithShape="0" algn="bl" stA="5000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4020"/>
              <a:t>Thank you for your attention!</a:t>
            </a:r>
            <a:endParaRPr sz="4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