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9a06765e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9a06765e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9a06765e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9a06765e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9a06765e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9a06765e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9a06765e3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9a06765e3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9a06765e3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9a06765e3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9a06765e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9a06765e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9a06765e3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9a06765e3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34d1abb5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34d1abb5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7204e22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7204e22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34d1abb5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34d1abb5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34d1abb5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34d1abb5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pre_processing</a:t>
            </a:r>
            <a:r>
              <a:rPr lang="hu">
                <a:solidFill>
                  <a:schemeClr val="dk1"/>
                </a:solidFill>
              </a:rPr>
              <a:t> függvény egy képfeldolgozási előkészítő lépéseket tartalmazó algoritmus OpenCV segítségével. A bemenet egy színes kép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hu">
                <a:solidFill>
                  <a:schemeClr val="dk1"/>
                </a:solidFill>
              </a:rPr>
              <a:t>), amelyet különböző lépéseken keresztül alakít át egy élesebb, jobban kontrasztosított, szűrt képpé. Nézzük meg a lépéseit: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Szürkeárnyalatos konverzió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cv2.cvtColor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 színes képet átalakítja szürkeárnyalatossá, mivel az élkeresés és más képfeldolgozási lépések hatékonyabbak ebben a formátumban.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Hisztogramegyenlítés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cv2.equalizeHist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 kontraszt javítására szolgál, amely segíti az élek kiemelését.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Gauss-elmosás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cv2.GaussianBlur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Egy 5x5-ös méretű Gauss-szűrőt használ a kép zajcsökkentésére és simítására.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Canny-éldetektálás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cv2.Canny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 simított képen éldetektálást végez 100-as és 200-as küszöbértékekkel.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Dilatáció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cv2.dilate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Egy 5x5-ös egységmátrix (kernel) segítségével a képen található éleket vastagítja, így jobban kiemelkednek.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Erozió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cv2.erode</a:t>
            </a:r>
            <a:r>
              <a:rPr b="1" lang="hu">
                <a:solidFill>
                  <a:schemeClr val="dk1"/>
                </a:solidFill>
              </a:rPr>
              <a:t>)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Az előző lépésben vastagított éleket kicsit visszavékonyítja, hogy tisztább kontúrokat kapjunk.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u">
                <a:solidFill>
                  <a:schemeClr val="dk1"/>
                </a:solidFill>
              </a:rPr>
              <a:t>Végeredmény: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 függvény egy bináris, éleket tartalmazó képet ad vissza, amely alkalmas lehet további feldolgozási lépésekre, például objektumfelismerésre vagy alakzatdetektálásra.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34d1abb5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34d1abb5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getContours</a:t>
            </a:r>
            <a:r>
              <a:rPr lang="hu">
                <a:solidFill>
                  <a:schemeClr val="dk1"/>
                </a:solidFill>
              </a:rPr>
              <a:t> függvény az élekkel rendelkező képen található kontúrokat dolgozza fel, és a legnagyobb négyszög alakú kontúrt próbálja megtalálni.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Kezdeti értékek beállítása: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 = np.array([])</a:t>
            </a:r>
            <a:r>
              <a:rPr lang="hu">
                <a:solidFill>
                  <a:schemeClr val="dk1"/>
                </a:solidFill>
              </a:rPr>
              <a:t>: Egy üres tömböt hozunk létre, amely majd tartalmazza a legnagyobb kontúrt.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maxArea = 0</a:t>
            </a:r>
            <a:r>
              <a:rPr lang="hu">
                <a:solidFill>
                  <a:schemeClr val="dk1"/>
                </a:solidFill>
              </a:rPr>
              <a:t>: A legnagyobb kontúrt reprezentáló terület kezdeti értéke, ami 0.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Kontúrok keresése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cv2.findContours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cv2.findContours</a:t>
            </a:r>
            <a:r>
              <a:rPr lang="hu">
                <a:solidFill>
                  <a:schemeClr val="dk1"/>
                </a:solidFill>
              </a:rPr>
              <a:t> funkcióval találjuk meg a képen lévő kontúrokat. Itt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cv2.RETR_EXTERNAL</a:t>
            </a:r>
            <a:r>
              <a:rPr lang="hu">
                <a:solidFill>
                  <a:schemeClr val="dk1"/>
                </a:solidFill>
              </a:rPr>
              <a:t> azt jelenti, hogy csak a külső kontúrokat keressük, míg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cv2.CHAIN_APPROX_NONE</a:t>
            </a:r>
            <a:r>
              <a:rPr lang="hu">
                <a:solidFill>
                  <a:schemeClr val="dk1"/>
                </a:solidFill>
              </a:rPr>
              <a:t> az éles kontúrok megtartását jelenti.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Kontúrok iterálása: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cnt in contours</a:t>
            </a:r>
            <a:r>
              <a:rPr lang="hu">
                <a:solidFill>
                  <a:schemeClr val="dk1"/>
                </a:solidFill>
              </a:rPr>
              <a:t> ciklus során végigmegyünk az összes kontúron.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cv2.contourArea(cnt)</a:t>
            </a:r>
            <a:r>
              <a:rPr lang="hu">
                <a:solidFill>
                  <a:schemeClr val="dk1"/>
                </a:solidFill>
              </a:rPr>
              <a:t>: Kiszámítja az adott kontúr területét.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a kontúr területe nagyobb, mint 5000, akkor folytatjuk a feldolgozást.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Kontúr periméterének kiszámítása és egyszerűsítése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cv2.arcLength</a:t>
            </a:r>
            <a:r>
              <a:rPr b="1" lang="hu">
                <a:solidFill>
                  <a:schemeClr val="dk1"/>
                </a:solidFill>
              </a:rPr>
              <a:t>, 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cv2.approxPolyDP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cv2.arcLength(cnt, True)</a:t>
            </a:r>
            <a:r>
              <a:rPr lang="hu">
                <a:solidFill>
                  <a:schemeClr val="dk1"/>
                </a:solidFill>
              </a:rPr>
              <a:t>: A kontúr kerületét (periméterét) számítjuk ki.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cv2.approxPolyDP(cnt, 0.02 * peri, True)</a:t>
            </a:r>
            <a:r>
              <a:rPr lang="hu">
                <a:solidFill>
                  <a:schemeClr val="dk1"/>
                </a:solidFill>
              </a:rPr>
              <a:t>: 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approxPolyDP</a:t>
            </a:r>
            <a:r>
              <a:rPr lang="hu">
                <a:solidFill>
                  <a:schemeClr val="dk1"/>
                </a:solidFill>
              </a:rPr>
              <a:t> segítségével az éleket egyszerűsítjük. Ez a lépés azt célozza, hogy egy bonyolult kontúrt egyszerűbb alakzatokká alakítson. Itt 0.02-es precizitással dolgozunk.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A legnagyobb négyszög keresése: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a kontúr területe nagyobb, mint az eddigi legnagyobb, és az egyszerűsített kontúr 4 pontból áll (ami egy négyszögre utal), akkor azt választjuk a legnagyobb kontúrnak.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Kontúr kirajzolása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cv2.drawContours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legnagyobb kontúrt piros (255, 0, 0) színnel, vastagon (20-as vastagsággal) kirajzoljuk a képre.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Visszatérés:</a:t>
            </a:r>
            <a:br>
              <a:rPr b="1" lang="hu">
                <a:solidFill>
                  <a:schemeClr val="dk1"/>
                </a:solidFill>
              </a:rPr>
            </a:br>
            <a:r>
              <a:rPr lang="hu">
                <a:solidFill>
                  <a:schemeClr val="dk1"/>
                </a:solidFill>
              </a:rPr>
              <a:t> A függvény visszaadja a legnagyobb kontúr 4 csúcsát tartalmazó koordinátákat (nagyobb területű négyszög).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34d1abb5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34d1abb5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függvény egy 4 pontos koordinátát tartalmazó tömböt vár (például egy négyszög csúcsainak koordinátái), és átrendezi a pontokat úgy, hogy azokat egy meghatározott sorrendben adja vissza: bal felső, jobb felső, jobb alsó, bal alsó.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Átalakítás (reshape) a megfelelő formára: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bemeneti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</a:t>
            </a:r>
            <a:r>
              <a:rPr lang="hu">
                <a:solidFill>
                  <a:schemeClr val="dk1"/>
                </a:solidFill>
              </a:rPr>
              <a:t> tömböt átalakítjuk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(4, 2)</a:t>
            </a:r>
            <a:r>
              <a:rPr lang="hu">
                <a:solidFill>
                  <a:schemeClr val="dk1"/>
                </a:solidFill>
              </a:rPr>
              <a:t> formátumra, ami 4 pontot és minden ponthoz 2 koordinátát (x, y) tartalmaz.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Új tömb inicializálása: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Létrehozunk egy új tömböt,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myPointsNew</a:t>
            </a:r>
            <a:r>
              <a:rPr lang="hu">
                <a:solidFill>
                  <a:schemeClr val="dk1"/>
                </a:solidFill>
              </a:rPr>
              <a:t> néven, amely 4 pontot tartalmaz, mindegyik 1x2-es dimenziójú (ez egy kis technikai részlet, hogy az OpenCV megfelelően kezelje).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Ponthozzáadások kiszámítása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 = myPoints.sum(1)</a:t>
            </a:r>
            <a:r>
              <a:rPr lang="hu">
                <a:solidFill>
                  <a:schemeClr val="dk1"/>
                </a:solidFill>
              </a:rPr>
              <a:t> lépésben a pontok x és y koordinátáit összeadjuk. Ez segít meghatározni a bal felső és jobb alsó, illetve a jobb felső és bal alsó pontokat.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Bal felső és jobb alsó pont meghatározása: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myPointsNew[0] = myPoints[np.argmin(add)]</a:t>
            </a:r>
            <a:r>
              <a:rPr lang="hu">
                <a:solidFill>
                  <a:schemeClr val="dk1"/>
                </a:solidFill>
              </a:rPr>
              <a:t>: A bal felső pontot választjuk, amelynek az x és y koordinátái összeadva a legkisebbek.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myPointsNew[3] = myPoints[np.argmax(add)]</a:t>
            </a:r>
            <a:r>
              <a:rPr lang="hu">
                <a:solidFill>
                  <a:schemeClr val="dk1"/>
                </a:solidFill>
              </a:rPr>
              <a:t>: A jobb alsó pontot választjuk, amelynek az x és y koordinátái összeadva a legnagyobbak.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Különbségek kiszámítása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diff = np.diff(myPoints, axis=1)</a:t>
            </a:r>
            <a:r>
              <a:rPr lang="hu">
                <a:solidFill>
                  <a:schemeClr val="dk1"/>
                </a:solidFill>
              </a:rPr>
              <a:t>: Itt kiszámítjuk a pontok x és y koordinátáinak különbségét. Ez segít meghatározni a másik két pontot (jobb felső és bal alsó).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Jobb felső és bal alsó pont meghatározása: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myPointsNew[1] = myPoints[np.argmin(diff)]</a:t>
            </a:r>
            <a:r>
              <a:rPr lang="hu">
                <a:solidFill>
                  <a:schemeClr val="dk1"/>
                </a:solidFill>
              </a:rPr>
              <a:t>: A jobb felső pontot választjuk, amelynek az x és y koordinátái közötti különbség a legkisebb.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myPointsNew[2] = myPoints[np.argmax(diff)]</a:t>
            </a:r>
            <a:r>
              <a:rPr lang="hu">
                <a:solidFill>
                  <a:schemeClr val="dk1"/>
                </a:solidFill>
              </a:rPr>
              <a:t>: A bal alsó pontot választjuk, amelynek az x és y koordinátái közötti különbség a legnagyobb.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Visszatérés az új sorrendben lévő pontokkal.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34d1abb5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34d1abb5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függvény egy képet vesz be, és az annak tartalmát egy előzőleg meghatározott kontúr,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</a:t>
            </a:r>
            <a:r>
              <a:rPr lang="hu">
                <a:solidFill>
                  <a:schemeClr val="dk1"/>
                </a:solidFill>
              </a:rPr>
              <a:t>, segítségével perspektívikusan átalakítja. Az eredmény egy "felhasított" és megfelelő méretre skálázott kép.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u" sz="1300">
                <a:solidFill>
                  <a:schemeClr val="dk1"/>
                </a:solidFill>
              </a:rPr>
              <a:t>Lépések magyarázata: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Kontúrok átrendezése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reorder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függvény első lépése, hogy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</a:t>
            </a:r>
            <a:r>
              <a:rPr lang="hu">
                <a:solidFill>
                  <a:schemeClr val="dk1"/>
                </a:solidFill>
              </a:rPr>
              <a:t> pontjait átadja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reorder</a:t>
            </a:r>
            <a:r>
              <a:rPr lang="hu">
                <a:solidFill>
                  <a:schemeClr val="dk1"/>
                </a:solidFill>
              </a:rPr>
              <a:t> függvénynek.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reorder</a:t>
            </a:r>
            <a:r>
              <a:rPr lang="hu">
                <a:solidFill>
                  <a:schemeClr val="dk1"/>
                </a:solidFill>
              </a:rPr>
              <a:t> azokat a pontokat átrendezi bal felső, jobb felső, jobb alsó, bal alsó sorrendbe, hogy biztosítsa a helyes perspektívát.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Bemeneti és kimeneti pontok definiálása: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pts1</a:t>
            </a:r>
            <a:r>
              <a:rPr lang="hu">
                <a:solidFill>
                  <a:schemeClr val="dk1"/>
                </a:solidFill>
              </a:rPr>
              <a:t>: Az új, átrendezett kontúr pontok (a négyszög csúcsai), amelyeket a perspektívikus transzformációhoz használunk.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pts2</a:t>
            </a:r>
            <a:r>
              <a:rPr lang="hu">
                <a:solidFill>
                  <a:schemeClr val="dk1"/>
                </a:solidFill>
              </a:rPr>
              <a:t>: Az a négy pont, amelyet a kimeneti képen szeretnénk, hogy a kontúrokhoz illeszkedjenek. Itt a kép négy sarkának megfelelő koordinátákat definiáljuk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[0, 0]</a:t>
            </a:r>
            <a:r>
              <a:rPr lang="hu">
                <a:solidFill>
                  <a:schemeClr val="dk1"/>
                </a:solidFill>
              </a:rPr>
              <a:t>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[widthImg, 0]</a:t>
            </a:r>
            <a:r>
              <a:rPr lang="hu">
                <a:solidFill>
                  <a:schemeClr val="dk1"/>
                </a:solidFill>
              </a:rPr>
              <a:t>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[0, heightImg]</a:t>
            </a:r>
            <a:r>
              <a:rPr lang="hu">
                <a:solidFill>
                  <a:schemeClr val="dk1"/>
                </a:solidFill>
              </a:rPr>
              <a:t>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[widthImg, heightImg]</a:t>
            </a:r>
            <a:r>
              <a:rPr lang="hu">
                <a:solidFill>
                  <a:schemeClr val="dk1"/>
                </a:solidFill>
              </a:rPr>
              <a:t>), ahol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widthImg</a:t>
            </a:r>
            <a:r>
              <a:rPr lang="hu">
                <a:solidFill>
                  <a:schemeClr val="dk1"/>
                </a:solidFill>
              </a:rPr>
              <a:t> és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heightImg</a:t>
            </a:r>
            <a:r>
              <a:rPr lang="hu">
                <a:solidFill>
                  <a:schemeClr val="dk1"/>
                </a:solidFill>
              </a:rPr>
              <a:t> a végső kép szélessége és magassága.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Perspektív transzformáció mátrixának kiszámítása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cv2.getPerspectiveTransform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cv2.getPerspectiveTransform(pts1, pts2)</a:t>
            </a:r>
            <a:r>
              <a:rPr lang="hu">
                <a:solidFill>
                  <a:schemeClr val="dk1"/>
                </a:solidFill>
              </a:rPr>
              <a:t> kiszámítja azt a transzformációs mátrixot, amely a bemeneti pontokat (az átrendezett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</a:t>
            </a:r>
            <a:r>
              <a:rPr lang="hu">
                <a:solidFill>
                  <a:schemeClr val="dk1"/>
                </a:solidFill>
              </a:rPr>
              <a:t> koordinátákat) a kimeneti pontokhoz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pts2</a:t>
            </a:r>
            <a:r>
              <a:rPr lang="hu">
                <a:solidFill>
                  <a:schemeClr val="dk1"/>
                </a:solidFill>
              </a:rPr>
              <a:t>) illeszti.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A kép perspektív transzformációja (</a:t>
            </a:r>
            <a:r>
              <a:rPr b="1"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cv2.warpPerspective</a:t>
            </a:r>
            <a:r>
              <a:rPr b="1" lang="hu">
                <a:solidFill>
                  <a:schemeClr val="dk1"/>
                </a:solidFill>
              </a:rPr>
              <a:t>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imgOutput = cv2.warpPerspective(img, matrix, (widthImg, heightImg))</a:t>
            </a:r>
            <a:r>
              <a:rPr lang="hu">
                <a:solidFill>
                  <a:schemeClr val="dk1"/>
                </a:solidFill>
              </a:rPr>
              <a:t> sorban alkalmazzuk a transzformációs mátrixot a bemeneti képre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hu">
                <a:solidFill>
                  <a:schemeClr val="dk1"/>
                </a:solidFill>
              </a:rPr>
              <a:t>), hogy az az új koordinátákhoz illeszkedjen. Az eredmény egy új kép, amelyet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imgOutput</a:t>
            </a:r>
            <a:r>
              <a:rPr lang="hu">
                <a:solidFill>
                  <a:schemeClr val="dk1"/>
                </a:solidFill>
              </a:rPr>
              <a:t> változóban tárolunk.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 levágása és átméretezés: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imgCropped</a:t>
            </a:r>
            <a:r>
              <a:rPr lang="hu">
                <a:solidFill>
                  <a:schemeClr val="dk1"/>
                </a:solidFill>
              </a:rPr>
              <a:t>: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imgOutput</a:t>
            </a:r>
            <a:r>
              <a:rPr lang="hu">
                <a:solidFill>
                  <a:schemeClr val="dk1"/>
                </a:solidFill>
              </a:rPr>
              <a:t> képből levágunk egy kis margót minden oldalról (20 pixel mindkét irányban), hogy eltávolítsuk a transzformációval keletkező hibákat vagy a szélén lévő zajt.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levágott képet a kívánt méretre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widthImg</a:t>
            </a:r>
            <a:r>
              <a:rPr lang="hu">
                <a:solidFill>
                  <a:schemeClr val="dk1"/>
                </a:solidFill>
              </a:rPr>
              <a:t>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heightImg</a:t>
            </a:r>
            <a:r>
              <a:rPr lang="hu">
                <a:solidFill>
                  <a:schemeClr val="dk1"/>
                </a:solidFill>
              </a:rPr>
              <a:t>) átméretezzük.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Visszatérés: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végén visszaadjuk az átméretezett, levágott képet, ami a transzformáció eredménye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34d1abb5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34d1abb5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függvény arra szolgál, hogy több képet egyetlen képbe helyezzen el, úgy, hogy azok vízszintesen és függőlegesen is össze legyenek ragasztva (stackelve). Az új képben az összes képet a megadott méretarány szerint skálázza, és biztosítja, hogy a képek megfelelő formátumban jelenjenek meg (színes vagy szürkeárnyalatos).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u" sz="1300">
                <a:solidFill>
                  <a:schemeClr val="dk1"/>
                </a:solidFill>
              </a:rPr>
              <a:t>Lépések magyarázata: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Sorok és oszlopok meghatározása: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rows = len(imgArray)</a:t>
            </a:r>
            <a:r>
              <a:rPr lang="hu">
                <a:solidFill>
                  <a:schemeClr val="dk1"/>
                </a:solidFill>
              </a:rPr>
              <a:t>: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imgArray</a:t>
            </a:r>
            <a:r>
              <a:rPr lang="hu">
                <a:solidFill>
                  <a:schemeClr val="dk1"/>
                </a:solidFill>
              </a:rPr>
              <a:t> első dimenziója az összes sor száma, tehát a képek sora.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cols = len(imgArray[0])</a:t>
            </a:r>
            <a:r>
              <a:rPr lang="hu">
                <a:solidFill>
                  <a:schemeClr val="dk1"/>
                </a:solidFill>
              </a:rPr>
              <a:t>: A második dimenzió az oszlopok száma, tehát a képek oszlopa.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Ellenőrzés, hogy a bemenet 2D tömb-e: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rowsAvailable = isinstance(imgArray[0], list)</a:t>
            </a:r>
            <a:r>
              <a:rPr lang="hu">
                <a:solidFill>
                  <a:schemeClr val="dk1"/>
                </a:solidFill>
              </a:rPr>
              <a:t>: Ez a kifejezés ellenőrzi, hogy a képek kétdimenziós tömbben vannak-e (azaz sorok és oszlopok vannak), vagy egy egyszerű egyetlen dimenziós tömbben (csak sorok).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Képek méretének meghatározása: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width = imgArray[0][0].shape[1]</a:t>
            </a:r>
            <a:r>
              <a:rPr lang="hu">
                <a:solidFill>
                  <a:schemeClr val="dk1"/>
                </a:solidFill>
              </a:rPr>
              <a:t>: Az első kép első elemének szélessége.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height = imgArray[0][0].shape[0]</a:t>
            </a:r>
            <a:r>
              <a:rPr lang="hu">
                <a:solidFill>
                  <a:schemeClr val="dk1"/>
                </a:solidFill>
              </a:rPr>
              <a:t>: Az első kép első elemének magassága.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Képek átméretezése: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a bemeneti képek különböző méretűek, akkor mindegyiket a legnagyobb kép méretéhez igazítjuk, vagyis a képek egyformára lesznek méretezve.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scale</a:t>
            </a:r>
            <a:r>
              <a:rPr lang="hu">
                <a:solidFill>
                  <a:schemeClr val="dk1"/>
                </a:solidFill>
              </a:rPr>
              <a:t> változóval skálázzuk a képeket, tehát ha 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scale</a:t>
            </a:r>
            <a:r>
              <a:rPr lang="hu">
                <a:solidFill>
                  <a:schemeClr val="dk1"/>
                </a:solidFill>
              </a:rPr>
              <a:t> értéke 0.5, akkor minden kép a felére csökken.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Szürkeárnyalatos képek átalakítása: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a képek szürkeárnyalatosak (2D tömböt tartalmaznak), akkor konvertáljuk őket színes képekké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cv2.cvtColor</a:t>
            </a:r>
            <a:r>
              <a:rPr lang="hu">
                <a:solidFill>
                  <a:schemeClr val="dk1"/>
                </a:solidFill>
              </a:rPr>
              <a:t>), hogy az összeillesztett képeken minden egyforma típusú legyen.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 összeillesztés: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hu">
                <a:solidFill>
                  <a:schemeClr val="dk1"/>
                </a:solidFill>
              </a:rPr>
              <a:t>Ha a bemeneti képek 2D tömbben vannak (sorok és oszlopok):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hu">
                <a:solidFill>
                  <a:schemeClr val="dk1"/>
                </a:solidFill>
              </a:rPr>
              <a:t>Minden sort (vagy oszlopot) vízszintesen illesztünk össze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np.hstack</a:t>
            </a:r>
            <a:r>
              <a:rPr lang="hu">
                <a:solidFill>
                  <a:schemeClr val="dk1"/>
                </a:solidFill>
              </a:rPr>
              <a:t>), és ezt a műveletet ismételjük, hogy végül a sorokat függőlegesen is össze tudjuk rakni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np.vstack</a:t>
            </a:r>
            <a:r>
              <a:rPr lang="hu">
                <a:solidFill>
                  <a:schemeClr val="dk1"/>
                </a:solidFill>
              </a:rPr>
              <a:t>).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hu">
                <a:solidFill>
                  <a:schemeClr val="dk1"/>
                </a:solidFill>
              </a:rPr>
              <a:t>Ha a bemeneti képek 1D tömbben vannak (csak sorok):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hu">
                <a:solidFill>
                  <a:schemeClr val="dk1"/>
                </a:solidFill>
              </a:rPr>
              <a:t>A képeket egyszerűen vízszintesen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np.hstack</a:t>
            </a:r>
            <a:r>
              <a:rPr lang="hu">
                <a:solidFill>
                  <a:schemeClr val="dk1"/>
                </a:solidFill>
              </a:rPr>
              <a:t>) illesztjük össze.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Visszatérés: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végén visszaadjuk az összeillesztett képet.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34d1abb5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34d1abb5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34d1abb5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34d1abb5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 beolvasása a videóforrásból: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success, img = cap.read()</a:t>
            </a:r>
            <a:r>
              <a:rPr lang="hu">
                <a:solidFill>
                  <a:schemeClr val="dk1"/>
                </a:solidFill>
              </a:rPr>
              <a:t>: Minden ciklusban próbálunk egy képet olvasni a videóforrásból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cap</a:t>
            </a:r>
            <a:r>
              <a:rPr lang="hu">
                <a:solidFill>
                  <a:schemeClr val="dk1"/>
                </a:solidFill>
              </a:rPr>
              <a:t>). Ha sikerül, akkor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success</a:t>
            </a:r>
            <a:r>
              <a:rPr lang="hu">
                <a:solidFill>
                  <a:schemeClr val="dk1"/>
                </a:solidFill>
              </a:rPr>
              <a:t> értéke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hu">
                <a:solidFill>
                  <a:schemeClr val="dk1"/>
                </a:solidFill>
              </a:rPr>
              <a:t> lesz, és 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hu">
                <a:solidFill>
                  <a:schemeClr val="dk1"/>
                </a:solidFill>
              </a:rPr>
              <a:t> a jelenlegi képkockát tartalmazza.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nem sikerül a kép beolvasása, akkor kiírunk egy hibaüzenetet és kilépünk a ciklusból: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print("Kép beolvasásának hibája!")</a:t>
            </a:r>
            <a:r>
              <a:rPr lang="hu">
                <a:solidFill>
                  <a:schemeClr val="dk1"/>
                </a:solidFill>
              </a:rPr>
              <a:t> és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r>
              <a:rPr lang="hu">
                <a:solidFill>
                  <a:schemeClr val="dk1"/>
                </a:solidFill>
              </a:rPr>
              <a:t>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 átméretezése: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olvasott képet átméretezzük a kívánt szélességre és magasságra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widthImg</a:t>
            </a:r>
            <a:r>
              <a:rPr lang="hu">
                <a:solidFill>
                  <a:schemeClr val="dk1"/>
                </a:solidFill>
              </a:rPr>
              <a:t>,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heightImg</a:t>
            </a:r>
            <a:r>
              <a:rPr lang="hu">
                <a:solidFill>
                  <a:schemeClr val="dk1"/>
                </a:solidFill>
              </a:rPr>
              <a:t>), hogy a feldolgozás egységesen történjen.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Előfeldolgozás és kontúrok keresése: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preProcessing(img)</a:t>
            </a:r>
            <a:r>
              <a:rPr lang="hu">
                <a:solidFill>
                  <a:schemeClr val="dk1"/>
                </a:solidFill>
              </a:rPr>
              <a:t> függvény segítségével előfeldolgozzuk a képet (például szürkeárnyalatosra alakítás, hisztogram kiegyenlítés, elmosás, stb.).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getContours(imgThres)</a:t>
            </a:r>
            <a:r>
              <a:rPr lang="hu">
                <a:solidFill>
                  <a:schemeClr val="dk1"/>
                </a:solidFill>
              </a:rPr>
              <a:t> függvény a képen található kontúrokat keres, és a legnagyobb kontúrt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</a:t>
            </a:r>
            <a:r>
              <a:rPr lang="hu">
                <a:solidFill>
                  <a:schemeClr val="dk1"/>
                </a:solidFill>
              </a:rPr>
              <a:t>) választja ki, ha van ilyen.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Perspektívikus torzítás alkalmazása (ha van kontúr):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sikerült kontúrokat találni (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biggest.size != 0</a:t>
            </a:r>
            <a:r>
              <a:rPr lang="hu">
                <a:solidFill>
                  <a:schemeClr val="dk1"/>
                </a:solidFill>
              </a:rPr>
              <a:t>), akkor alkalmazzuk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getWarp</a:t>
            </a:r>
            <a:r>
              <a:rPr lang="hu">
                <a:solidFill>
                  <a:schemeClr val="dk1"/>
                </a:solidFill>
              </a:rPr>
              <a:t> függvényt, hogy a kontúrok alapján a kép perspektíváját korrigáljuk.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Képek megjelenítése: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összeállított képek (eredeti, előfeldolgozott, kontúros, torzított) egy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imageArray</a:t>
            </a:r>
            <a:r>
              <a:rPr lang="hu">
                <a:solidFill>
                  <a:schemeClr val="dk1"/>
                </a:solidFill>
              </a:rPr>
              <a:t> tömbben vannak tárolva. Ezután a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stackImages</a:t>
            </a:r>
            <a:r>
              <a:rPr lang="hu">
                <a:solidFill>
                  <a:schemeClr val="dk1"/>
                </a:solidFill>
              </a:rPr>
              <a:t> függvény segítségével azokat egyetlen képpé rendezzük és jelenítjük meg.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Ha nincs kontúrok, akkor csak az eredeti képet és az előfeldolgozott képet jelenítjük meg.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hu">
                <a:solidFill>
                  <a:schemeClr val="dk1"/>
                </a:solidFill>
              </a:rPr>
              <a:t>Kép frissítése és gombnyomás figyelése:</a:t>
            </a:r>
            <a:br>
              <a:rPr b="1" lang="h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cv2.imshow("WorkFlow", stackedImages)</a:t>
            </a:r>
            <a:r>
              <a:rPr lang="hu">
                <a:solidFill>
                  <a:schemeClr val="dk1"/>
                </a:solidFill>
              </a:rPr>
              <a:t> sor megjeleníti az összeillesztett képeket egy új ablakban.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hu">
                <a:solidFill>
                  <a:schemeClr val="dk1"/>
                </a:solidFill>
              </a:rPr>
              <a:t>Az </a:t>
            </a:r>
            <a:r>
              <a:rPr lang="h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cv2.waitKey(1)</a:t>
            </a:r>
            <a:r>
              <a:rPr lang="hu">
                <a:solidFill>
                  <a:schemeClr val="dk1"/>
                </a:solidFill>
              </a:rPr>
              <a:t> a gombnyomásokat figyeli, és ha a felhasználó a 'q' billentyűt nyomja le, akkor a program kilép a ciklusból és bezárja az ablakot.</a:t>
            </a:r>
            <a:br>
              <a:rPr lang="h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u" sz="1300">
                <a:solidFill>
                  <a:schemeClr val="dk1"/>
                </a:solidFill>
              </a:rPr>
              <a:t>Rövid összefoglaló: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>
                <a:solidFill>
                  <a:schemeClr val="dk1"/>
                </a:solidFill>
              </a:rPr>
              <a:t>Ez a kód egy élő videófeldolgozást végez, ahol minden képkockát előfeldolgoz, kontúrokat keres, perspektívikus torzítást alkalmaz, és a képeket egymás mellé helyezi az eredmények megjelenítéséhez. A felhasználó a 'q' billentyű megnyomásával kiléphet a feldolgozásból.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9a06765e3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9a06765e3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9a06765e3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9a06765e3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9a06765e3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49a06765e3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9a06765e3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9a06765e3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7204e227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7204e227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Projekt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Feladatkiosztás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Rendszámfelismerés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	-Bertók Attila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Dokumentum szkenner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-Tóth Levente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Színezős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	-Papp Milán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70825" y="326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Projektmenedzser eszköz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22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hu"/>
              <a:t>Trello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825" y="859375"/>
            <a:ext cx="7127123" cy="41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Programozás eszközei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Pycharm,camera,opencv csomag ,numpy csomag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pycharm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62225"/>
            <a:ext cx="1828875" cy="1828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075" y="3162225"/>
            <a:ext cx="1828875" cy="1828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 kód felépítése (Rendszám)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665900" y="5224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                                            </a:t>
            </a:r>
            <a:r>
              <a:rPr lang="hu" sz="2152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hu" sz="145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 </a:t>
            </a:r>
            <a:r>
              <a:rPr b="1" lang="hu" sz="145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cv2</a:t>
            </a:r>
            <a:r>
              <a:rPr lang="hu" sz="145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nevű könyvtárat importálja a programba. </a:t>
            </a:r>
            <a:endParaRPr sz="145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40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beállítottuk a program magasságát szélességét és hogy felismerje a rendszámtáblát </a:t>
            </a:r>
            <a:endParaRPr sz="14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Létrehoz egy VideoCapture objektumot, amely a videoforráshoz való hozzáférést biztosítja.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4600" y="640888"/>
            <a:ext cx="2095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51950"/>
            <a:ext cx="6483200" cy="74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9088" y="2467550"/>
            <a:ext cx="2295525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25"/>
            <a:ext cx="6713000" cy="43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6713000" y="48925"/>
            <a:ext cx="26355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hu" sz="1300">
                <a:solidFill>
                  <a:schemeClr val="dk1"/>
                </a:solidFill>
              </a:rPr>
              <a:t>Végtelen ciklus (while True) aztán kép beolvasása a kamerából A </a:t>
            </a:r>
            <a:r>
              <a:rPr lang="hu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detectMultiScale</a:t>
            </a:r>
            <a:r>
              <a:rPr lang="hu" sz="1300">
                <a:solidFill>
                  <a:schemeClr val="dk1"/>
                </a:solidFill>
              </a:rPr>
              <a:t> függvény használatával keresi meg a rendszámtáblákat.Téglalap rajzolása a rendszámtábla köré.Ha az "s" billentyűt megnyomjuk, a rendszámtábla régióját tartalmazó képet elmenti.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 kód tesztelése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hu"/>
              <a:t>Kamerával</a:t>
            </a:r>
            <a:endParaRPr/>
          </a:p>
        </p:txBody>
      </p:sp>
      <p:pic>
        <p:nvPicPr>
          <p:cNvPr id="98" name="Google Shape;98;p19" title="Képernyőfelvétel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3800" y="90300"/>
            <a:ext cx="5581650" cy="34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2739150" y="2285400"/>
            <a:ext cx="36657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Dokumentum szkenner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Szükséges csomagok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OpenCV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Numpy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 kód felépítése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4616100" cy="5169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7000"/>
              <a:t>Beimportáltuk a cv2 és a numpy könyvtárat</a:t>
            </a:r>
            <a:endParaRPr sz="7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425" y="1152475"/>
            <a:ext cx="2617875" cy="47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2037850"/>
            <a:ext cx="3552825" cy="148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4098100" y="2462950"/>
            <a:ext cx="4616100" cy="5169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7000"/>
              <a:t>Létrehoztuk a cap változót</a:t>
            </a:r>
            <a:endParaRPr sz="7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2571750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dk1"/>
                </a:solidFill>
              </a:rPr>
              <a:t>Előfeldolgozásra létrehoztunk egy függvényt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Szürke lesz a kép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Erősebb lesz a kontraszt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Simítás a zajok </a:t>
            </a:r>
            <a:r>
              <a:rPr lang="hu" sz="1500"/>
              <a:t>eltüntetése</a:t>
            </a:r>
            <a:r>
              <a:rPr lang="hu" sz="1500"/>
              <a:t> érdekében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Végsősorban visszakapjuk a feldolgozott képet jobban kidolgozott kontúrokkal</a:t>
            </a:r>
            <a:endParaRPr sz="1500"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675" y="445025"/>
            <a:ext cx="5029200" cy="1885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A="10000" stPos="0" sy="-100000" ky="0"/>
          </a:effectLst>
        </p:spPr>
      </p:pic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72100" y="74250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dk1"/>
                </a:solidFill>
              </a:rPr>
              <a:t>Legnagyobb négy élű kontúr detektálása (dokumentum detektálás)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Kontúrok keresése és szűrése terület alapján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Peremhossz és alak egyszerűsítése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u" sz="1500"/>
              <a:t>Eredmény ábrázolása</a:t>
            </a:r>
            <a:endParaRPr sz="1500"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313" y="2020163"/>
            <a:ext cx="7515225" cy="2924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Dokumentum koordinátái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Bemeneti pontok átalakítása 4x2-es tömbbé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Sarkok számítása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Koordináta visszaadása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13" y="2790688"/>
            <a:ext cx="4295775" cy="2085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Dokumentum kivágása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A beállított sarkok alapján egyenesbe rakjuk a dokumentumot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Majd kivágjuk és visszaadjuk a kivágott dokumentumot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2606013"/>
            <a:ext cx="7219950" cy="2295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167700" y="1495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Képek kombinálása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7004425" y="63900"/>
            <a:ext cx="2139600" cy="4505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200"/>
              <a:t>Elrendezzük a képeket egymás mellé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200"/>
              <a:t>A képeknek beállítja a magasságát és szélességét az első képhez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200"/>
              <a:t>Fekete-fehér képek színezése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200"/>
              <a:t>Sorba rendezi a képeket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200"/>
              <a:t>Visszaadja a kombinált képet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4550"/>
            <a:ext cx="6954701" cy="41989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3857"/>
            <a:ext cx="9144001" cy="4275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Végső folyamat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41650" y="1166350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hu" sz="1400"/>
              <a:t>Folyamatosan beolvassa a kamerából érkező képet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hu" sz="1400"/>
              <a:t>A beolvasott képet méretezi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hu" sz="1400"/>
              <a:t>használjuk az előző függvényeket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hu" sz="1400"/>
              <a:t>Megjelenítjük a </a:t>
            </a:r>
            <a:r>
              <a:rPr lang="hu" sz="1400"/>
              <a:t>képeket</a:t>
            </a:r>
            <a:endParaRPr sz="1400"/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875" y="0"/>
            <a:ext cx="4429125" cy="5143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4800"/>
            <a:ext cx="3430455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0455" y="1484825"/>
            <a:ext cx="5256346" cy="365867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 txBox="1"/>
          <p:nvPr/>
        </p:nvSpPr>
        <p:spPr>
          <a:xfrm>
            <a:off x="3430450" y="718325"/>
            <a:ext cx="28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Kód felepitese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/>
        </p:nvSpPr>
        <p:spPr>
          <a:xfrm>
            <a:off x="3570600" y="436000"/>
            <a:ext cx="200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A kód működése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725" y="1478725"/>
            <a:ext cx="4124646" cy="172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1478725"/>
            <a:ext cx="2203725" cy="17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/>
        </p:nvSpPr>
        <p:spPr>
          <a:xfrm>
            <a:off x="3603900" y="450800"/>
            <a:ext cx="193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A kód felépítése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65775"/>
            <a:ext cx="2899700" cy="64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15200"/>
            <a:ext cx="5278940" cy="30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2"/>
          <p:cNvSpPr txBox="1"/>
          <p:nvPr/>
        </p:nvSpPr>
        <p:spPr>
          <a:xfrm>
            <a:off x="5540100" y="1559638"/>
            <a:ext cx="306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8" name="Google Shape;188;p32"/>
          <p:cNvSpPr txBox="1"/>
          <p:nvPr/>
        </p:nvSpPr>
        <p:spPr>
          <a:xfrm>
            <a:off x="5712550" y="1593475"/>
            <a:ext cx="16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-Színkezelés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62150"/>
            <a:ext cx="7115175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3"/>
          <p:cNvSpPr txBox="1"/>
          <p:nvPr/>
        </p:nvSpPr>
        <p:spPr>
          <a:xfrm>
            <a:off x="3392075" y="731600"/>
            <a:ext cx="1640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-Színszerzés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1"/>
                </a:solidFill>
              </a:rPr>
              <a:t>-Rajzolás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66675" endA="0" fadeDir="5400012" kx="0" rotWithShape="0" algn="bl" stA="5000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4020"/>
              <a:t>Köszönjük a figyelmet!</a:t>
            </a:r>
            <a:endParaRPr sz="4020"/>
          </a:p>
        </p:txBody>
      </p:sp>
    </p:spTree>
  </p:cSld>
  <p:clrMapOvr>
    <a:masterClrMapping/>
  </p:clrMapOvr>
  <p:transition spd="med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